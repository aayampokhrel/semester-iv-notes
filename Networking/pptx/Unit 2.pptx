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8EAD4-76F8-4531-BE18-969F9E8CE92C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3DE87-2531-4B05-B77A-E2E965DE7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63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9061"/>
            <a:ext cx="105156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22738"/>
            <a:ext cx="10515600" cy="4579983"/>
          </a:xfrm>
        </p:spPr>
        <p:txBody>
          <a:bodyPr/>
          <a:lstStyle>
            <a:lvl1pPr algn="just">
              <a:defRPr/>
            </a:lvl1pPr>
            <a:lvl2pPr marL="457200" indent="0" algn="just">
              <a:buNone/>
              <a:defRPr/>
            </a:lvl2pPr>
            <a:lvl3pPr marL="914400" indent="0" algn="just">
              <a:buNone/>
              <a:defRPr/>
            </a:lvl3pPr>
            <a:lvl4pPr marL="1371600" indent="0" algn="just">
              <a:buNone/>
              <a:defRPr/>
            </a:lvl4pPr>
            <a:lvl5pPr marL="1828800" indent="0" algn="just">
              <a:buNone/>
              <a:defRPr/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1"/>
            <a:r>
              <a:rPr lang="en-US" dirty="0" smtClean="0"/>
              <a:t>	Third level</a:t>
            </a:r>
          </a:p>
          <a:p>
            <a:pPr lvl="1"/>
            <a:r>
              <a:rPr lang="en-US" dirty="0" smtClean="0"/>
              <a:t>		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8EAD4-76F8-4531-BE18-969F9E8CE92C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3DE87-2531-4B05-B77A-E2E965DE7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468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8EAD4-76F8-4531-BE18-969F9E8CE92C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3DE87-2531-4B05-B77A-E2E965DE7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637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8EAD4-76F8-4531-BE18-969F9E8CE92C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3DE87-2531-4B05-B77A-E2E965DE7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965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8EAD4-76F8-4531-BE18-969F9E8CE92C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3DE87-2531-4B05-B77A-E2E965DE7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436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8EAD4-76F8-4531-BE18-969F9E8CE92C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3DE87-2531-4B05-B77A-E2E965DE7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161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8EAD4-76F8-4531-BE18-969F9E8CE92C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3DE87-2531-4B05-B77A-E2E965DE7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631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8EAD4-76F8-4531-BE18-969F9E8CE92C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3DE87-2531-4B05-B77A-E2E965DE7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901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8EAD4-76F8-4531-BE18-969F9E8CE92C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3DE87-2531-4B05-B77A-E2E965DE7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726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8EAD4-76F8-4531-BE18-969F9E8CE92C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3DE87-2531-4B05-B77A-E2E965DE7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849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8EAD4-76F8-4531-BE18-969F9E8CE92C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3DE87-2531-4B05-B77A-E2E965DE7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958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38EAD4-76F8-4531-BE18-969F9E8CE92C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D3DE87-2531-4B05-B77A-E2E965DE7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312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Unit 2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Physical Layer and networking Media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0761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Networking Devices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Network devices, or networking hardware, are physical devices that are required for communication and interaction between hardware on a computer network</a:t>
            </a:r>
            <a:r>
              <a:rPr lang="en-US" dirty="0" smtClean="0"/>
              <a:t>.</a:t>
            </a:r>
          </a:p>
          <a:p>
            <a:r>
              <a:rPr lang="en-US" dirty="0"/>
              <a:t>These devices are also known as </a:t>
            </a:r>
            <a:r>
              <a:rPr lang="en-US" b="1" dirty="0"/>
              <a:t>physical devices</a:t>
            </a:r>
            <a:r>
              <a:rPr lang="en-US" dirty="0"/>
              <a:t>, </a:t>
            </a:r>
            <a:r>
              <a:rPr lang="en-US" b="1" dirty="0"/>
              <a:t>networking hardware</a:t>
            </a:r>
            <a:r>
              <a:rPr lang="en-US" dirty="0"/>
              <a:t>, and </a:t>
            </a:r>
            <a:r>
              <a:rPr lang="en-US" b="1" dirty="0"/>
              <a:t>network </a:t>
            </a:r>
            <a:r>
              <a:rPr lang="en-US" b="1" dirty="0" smtClean="0"/>
              <a:t>equipment</a:t>
            </a:r>
            <a:r>
              <a:rPr lang="en-US" dirty="0" smtClean="0"/>
              <a:t>.</a:t>
            </a:r>
          </a:p>
          <a:p>
            <a:r>
              <a:rPr lang="en-US" dirty="0"/>
              <a:t>These devices transfer data in a fast, secure and correct way over same or different networks. </a:t>
            </a:r>
            <a:endParaRPr lang="en-US" dirty="0" smtClean="0"/>
          </a:p>
          <a:p>
            <a:r>
              <a:rPr lang="en-US" dirty="0" smtClean="0"/>
              <a:t>Network </a:t>
            </a:r>
            <a:r>
              <a:rPr lang="en-US" dirty="0"/>
              <a:t>devices may be inter-network or intra-network. </a:t>
            </a:r>
          </a:p>
          <a:p>
            <a:r>
              <a:rPr lang="en-US" dirty="0"/>
              <a:t>These devices are specific devices, handles digital or electrical connections to perform their exclusive roles very efficiently.</a:t>
            </a:r>
          </a:p>
        </p:txBody>
      </p:sp>
    </p:spTree>
    <p:extLst>
      <p:ext uri="{BB962C8B-B14F-4D97-AF65-F5344CB8AC3E}">
        <p14:creationId xmlns:p14="http://schemas.microsoft.com/office/powerpoint/2010/main" val="2415622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network devices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Hub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Switch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Router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Bridge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Repeater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Access Point</a:t>
            </a:r>
          </a:p>
        </p:txBody>
      </p:sp>
    </p:spTree>
    <p:extLst>
      <p:ext uri="{BB962C8B-B14F-4D97-AF65-F5344CB8AC3E}">
        <p14:creationId xmlns:p14="http://schemas.microsoft.com/office/powerpoint/2010/main" val="3834603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Hub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hubs link various networking devices.</a:t>
            </a:r>
            <a:endParaRPr lang="en-US" dirty="0" smtClean="0"/>
          </a:p>
          <a:p>
            <a:pPr lvl="1"/>
            <a:r>
              <a:rPr lang="en-US" dirty="0" smtClean="0"/>
              <a:t>Hubs are used to communicate with various network hosts and also for data transferring. </a:t>
            </a:r>
          </a:p>
          <a:p>
            <a:r>
              <a:rPr lang="en-US" dirty="0" smtClean="0"/>
              <a:t>The transferring of data in a computer network can be done in the form of packets. </a:t>
            </a:r>
          </a:p>
          <a:p>
            <a:r>
              <a:rPr lang="en-US" dirty="0" smtClean="0"/>
              <a:t>Whenever the data processing can be done from a host to a network hub, then the data can transmit to all the connected ports. </a:t>
            </a:r>
          </a:p>
          <a:p>
            <a:r>
              <a:rPr lang="en-US" dirty="0" smtClean="0"/>
              <a:t>Similarly, all the ports identify the data path which leads to inefficiencies &amp; wastage. </a:t>
            </a:r>
          </a:p>
          <a:p>
            <a:r>
              <a:rPr lang="en-US" dirty="0" smtClean="0"/>
              <a:t>Because of this working, a network hub cannot be so safe and secure.</a:t>
            </a:r>
          </a:p>
          <a:p>
            <a:r>
              <a:rPr lang="en-US" dirty="0" smtClean="0"/>
              <a:t> In addition, copying the data packets on all the ports will make the hub slower which leads to the utilize of the network switch.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596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Hub: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fontAlgn="base"/>
            <a:r>
              <a:rPr lang="en-US" dirty="0"/>
              <a:t>Network hubs are classified into two types like active hub &amp; passive hub.</a:t>
            </a:r>
          </a:p>
          <a:p>
            <a:pPr fontAlgn="base"/>
            <a:r>
              <a:rPr lang="en-US" b="1" dirty="0"/>
              <a:t>Active Hub</a:t>
            </a:r>
          </a:p>
          <a:p>
            <a:pPr lvl="1" fontAlgn="base"/>
            <a:r>
              <a:rPr lang="en-US" dirty="0"/>
              <a:t>These hubs have their own power supply and these hubs are used to clean, increase &amp; transmit the signal using the network. </a:t>
            </a:r>
            <a:endParaRPr lang="en-US" dirty="0" smtClean="0"/>
          </a:p>
          <a:p>
            <a:pPr lvl="1" fontAlgn="base"/>
            <a:r>
              <a:rPr lang="en-US" dirty="0" smtClean="0"/>
              <a:t>It </a:t>
            </a:r>
            <a:r>
              <a:rPr lang="en-US" dirty="0"/>
              <a:t>works as a wiring center &amp; repeater. </a:t>
            </a:r>
            <a:endParaRPr lang="en-US" dirty="0" smtClean="0"/>
          </a:p>
          <a:p>
            <a:pPr lvl="1" fontAlgn="base"/>
            <a:r>
              <a:rPr lang="en-US" dirty="0" smtClean="0"/>
              <a:t>Active </a:t>
            </a:r>
            <a:r>
              <a:rPr lang="en-US" dirty="0"/>
              <a:t>hubs play a key role in extending the distance between nodes.</a:t>
            </a:r>
          </a:p>
          <a:p>
            <a:pPr fontAlgn="base"/>
            <a:r>
              <a:rPr lang="en-US" b="1" dirty="0"/>
              <a:t>Passive Hub</a:t>
            </a:r>
          </a:p>
          <a:p>
            <a:pPr lvl="1" fontAlgn="base"/>
            <a:r>
              <a:rPr lang="en-US" dirty="0" smtClean="0"/>
              <a:t>These hubs collect wiring from the power supply and different nodes of an active hub. </a:t>
            </a:r>
          </a:p>
          <a:p>
            <a:pPr lvl="1" fontAlgn="base"/>
            <a:r>
              <a:rPr lang="en-US" dirty="0" smtClean="0"/>
              <a:t>These hubs transmit the signals over the network without improving &amp; cleaning them. </a:t>
            </a:r>
          </a:p>
          <a:p>
            <a:pPr lvl="1" fontAlgn="base"/>
            <a:r>
              <a:rPr lang="en-US" dirty="0" smtClean="0"/>
              <a:t>These hubs are not suitable for extending the distance between nodes like an active hub.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41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Switch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Similar to a hub, this is also working at the layer in the LAN and a switch is more clever compare with a hub. </a:t>
            </a:r>
            <a:endParaRPr lang="en-US" dirty="0" smtClean="0"/>
          </a:p>
          <a:p>
            <a:r>
              <a:rPr lang="en-US" dirty="0" smtClean="0"/>
              <a:t>As </a:t>
            </a:r>
            <a:r>
              <a:rPr lang="en-US" dirty="0"/>
              <a:t>the hub is used for data transferring, whereas a switch is used for filtering &amp; forwarding the data. </a:t>
            </a:r>
            <a:endParaRPr lang="en-US" dirty="0" smtClean="0"/>
          </a:p>
          <a:p>
            <a:r>
              <a:rPr lang="en-US" dirty="0" smtClean="0"/>
              <a:t>So </a:t>
            </a:r>
            <a:r>
              <a:rPr lang="en-US" dirty="0"/>
              <a:t>this is the more clever technique to deal with the data packets</a:t>
            </a:r>
            <a:r>
              <a:rPr lang="en-US" dirty="0" smtClean="0"/>
              <a:t>.</a:t>
            </a:r>
          </a:p>
          <a:p>
            <a:r>
              <a:rPr lang="en-US" dirty="0"/>
              <a:t>Whenever a data packet is obtained from the interfaces in the switch, then the data packet can be filtered &amp; transmits to the interface of the proposed receiver. </a:t>
            </a:r>
            <a:endParaRPr lang="en-US" dirty="0" smtClean="0"/>
          </a:p>
          <a:p>
            <a:pPr lvl="1"/>
            <a:r>
              <a:rPr lang="en-US" dirty="0" smtClean="0"/>
              <a:t>Due </a:t>
            </a:r>
            <a:r>
              <a:rPr lang="en-US" dirty="0"/>
              <a:t>to this reason, a switch maintains a content addressable memory table to maintain system configuration as well as memory. </a:t>
            </a:r>
            <a:endParaRPr lang="en-US" dirty="0" smtClean="0"/>
          </a:p>
          <a:p>
            <a:pPr lvl="1"/>
            <a:r>
              <a:rPr lang="en-US" dirty="0" smtClean="0"/>
              <a:t>This </a:t>
            </a:r>
            <a:r>
              <a:rPr lang="en-US" dirty="0"/>
              <a:t>table is also named as FIB (forwarding information base) otherwise forwarding table.</a:t>
            </a:r>
          </a:p>
        </p:txBody>
      </p:sp>
    </p:spTree>
    <p:extLst>
      <p:ext uri="{BB962C8B-B14F-4D97-AF65-F5344CB8AC3E}">
        <p14:creationId xmlns:p14="http://schemas.microsoft.com/office/powerpoint/2010/main" val="2519139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Router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network router is one kind of network device in a computer network and it is used for routing traffic from one network to another.</a:t>
            </a:r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/>
              <a:t>router is a device like a switch that routes data packets based on their IP addresses.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router is mainly a Network Layer device. </a:t>
            </a:r>
            <a:endParaRPr lang="en-US" dirty="0" smtClean="0"/>
          </a:p>
          <a:p>
            <a:r>
              <a:rPr lang="en-US" dirty="0" smtClean="0"/>
              <a:t>Routers </a:t>
            </a:r>
            <a:r>
              <a:rPr lang="en-US" dirty="0"/>
              <a:t>normally connect LANs and WANs together and have a dynamically updating routing table based on which they make decisions on routing the data packets. </a:t>
            </a:r>
            <a:endParaRPr lang="en-US" dirty="0" smtClean="0"/>
          </a:p>
          <a:p>
            <a:r>
              <a:rPr lang="en-US" dirty="0" smtClean="0"/>
              <a:t>Router </a:t>
            </a:r>
            <a:r>
              <a:rPr lang="en-US" dirty="0"/>
              <a:t>divide broadcast domains of hosts connected through it.</a:t>
            </a:r>
          </a:p>
        </p:txBody>
      </p:sp>
    </p:spTree>
    <p:extLst>
      <p:ext uri="{BB962C8B-B14F-4D97-AF65-F5344CB8AC3E}">
        <p14:creationId xmlns:p14="http://schemas.microsoft.com/office/powerpoint/2010/main" val="4009911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Router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/>
              <a:t>networks could be private to a public company network</a:t>
            </a:r>
            <a:r>
              <a:rPr lang="en-US" dirty="0" smtClean="0"/>
              <a:t>.</a:t>
            </a:r>
          </a:p>
          <a:p>
            <a:r>
              <a:rPr lang="en-US" dirty="0" smtClean="0"/>
              <a:t>Consider a scenario,</a:t>
            </a:r>
          </a:p>
          <a:p>
            <a:pPr lvl="1"/>
            <a:r>
              <a:rPr lang="en-US" dirty="0" smtClean="0"/>
              <a:t>a </a:t>
            </a:r>
            <a:r>
              <a:rPr lang="en-US" dirty="0"/>
              <a:t>router is considered as traffic police at the junction, he directs dissimilar traffic networks to dissimilar directions.</a:t>
            </a:r>
          </a:p>
        </p:txBody>
      </p:sp>
    </p:spTree>
    <p:extLst>
      <p:ext uri="{BB962C8B-B14F-4D97-AF65-F5344CB8AC3E}">
        <p14:creationId xmlns:p14="http://schemas.microsoft.com/office/powerpoint/2010/main" val="1507200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Bridge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A bridge is a repeater, with add on the functionality of filtering content by reading the MAC addresses of source and destination. </a:t>
            </a:r>
            <a:endParaRPr lang="en-US" dirty="0" smtClean="0"/>
          </a:p>
          <a:p>
            <a:pPr lvl="1"/>
            <a:r>
              <a:rPr lang="en-US" dirty="0" smtClean="0"/>
              <a:t>A </a:t>
            </a:r>
            <a:r>
              <a:rPr lang="en-US" dirty="0"/>
              <a:t>Bridge in the computer network is used to unite two or more network segments.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main function of a bridge in network architecture is to store as well as transmit frames among the various segments. </a:t>
            </a:r>
            <a:endParaRPr lang="en-US" dirty="0" smtClean="0"/>
          </a:p>
          <a:p>
            <a:r>
              <a:rPr lang="en-US" dirty="0" smtClean="0"/>
              <a:t>Bridges </a:t>
            </a:r>
            <a:r>
              <a:rPr lang="en-US" dirty="0"/>
              <a:t>use MAC (Media Access Control) hardware for transferring frames</a:t>
            </a:r>
            <a:r>
              <a:rPr lang="en-US" dirty="0" smtClean="0"/>
              <a:t>.</a:t>
            </a:r>
          </a:p>
          <a:p>
            <a:r>
              <a:rPr lang="en-US" dirty="0"/>
              <a:t>These are also used for connecting two physical local area networks to a larger logical local area network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used </a:t>
            </a:r>
            <a:r>
              <a:rPr lang="en-US" dirty="0"/>
              <a:t>for interconnecting two LANs working on the same protocol.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has a single input and single output port, thus making it a 2 port device.</a:t>
            </a:r>
          </a:p>
        </p:txBody>
      </p:sp>
    </p:spTree>
    <p:extLst>
      <p:ext uri="{BB962C8B-B14F-4D97-AF65-F5344CB8AC3E}">
        <p14:creationId xmlns:p14="http://schemas.microsoft.com/office/powerpoint/2010/main" val="2642365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Repeater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repeater operates at the physical layer. </a:t>
            </a:r>
            <a:endParaRPr lang="en-US" dirty="0" smtClean="0"/>
          </a:p>
          <a:p>
            <a:r>
              <a:rPr lang="en-US" dirty="0" smtClean="0"/>
              <a:t>Its </a:t>
            </a:r>
            <a:r>
              <a:rPr lang="en-US" dirty="0"/>
              <a:t>job is to regenerate the signal over the same network before the signal becomes too weak or corrupted </a:t>
            </a:r>
            <a:endParaRPr lang="en-US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 smtClean="0"/>
              <a:t>so </a:t>
            </a:r>
            <a:r>
              <a:rPr lang="en-US" dirty="0"/>
              <a:t>as to extend the length to which the signal can be transmitted over the same network. </a:t>
            </a:r>
          </a:p>
          <a:p>
            <a:r>
              <a:rPr lang="en-US" dirty="0" smtClean="0"/>
              <a:t>An </a:t>
            </a:r>
            <a:r>
              <a:rPr lang="en-US" dirty="0"/>
              <a:t>important point to be noted about repeaters is that they do not amplify the signal. </a:t>
            </a:r>
            <a:endParaRPr lang="en-US" dirty="0" smtClean="0"/>
          </a:p>
          <a:p>
            <a:r>
              <a:rPr lang="en-US" dirty="0" smtClean="0"/>
              <a:t>When </a:t>
            </a:r>
            <a:r>
              <a:rPr lang="en-US" dirty="0"/>
              <a:t>the signal becomes weak, they copy the signal bit by bit and regenerate it at the original strength.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is a 2 port device. </a:t>
            </a:r>
          </a:p>
        </p:txBody>
      </p:sp>
    </p:spTree>
    <p:extLst>
      <p:ext uri="{BB962C8B-B14F-4D97-AF65-F5344CB8AC3E}">
        <p14:creationId xmlns:p14="http://schemas.microsoft.com/office/powerpoint/2010/main" val="3475429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Access Point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An access point is a device that creates a wireless local area network, or WLAN, usually in an office or large building. </a:t>
            </a:r>
          </a:p>
          <a:p>
            <a:r>
              <a:rPr lang="en-US" dirty="0" smtClean="0"/>
              <a:t>An access point connects to a wired router, switch, or hub via an Ethernet cable, and projects a Wi-Fi signal to a designated area. </a:t>
            </a:r>
          </a:p>
          <a:p>
            <a:r>
              <a:rPr lang="en-US" dirty="0" smtClean="0"/>
              <a:t>For example, if you want to enable Wi-Fi access in your company's reception area but don’t have a router within range, you can install an access point near the front desk and run an Ethernet cable through the ceiling back to the server room.</a:t>
            </a:r>
          </a:p>
          <a:p>
            <a:r>
              <a:rPr lang="en-US" dirty="0"/>
              <a:t>Access points are used for extending the wireless coverage of an existing network and for increasing the number of users that can connect to it.</a:t>
            </a:r>
          </a:p>
        </p:txBody>
      </p:sp>
    </p:spTree>
    <p:extLst>
      <p:ext uri="{BB962C8B-B14F-4D97-AF65-F5344CB8AC3E}">
        <p14:creationId xmlns:p14="http://schemas.microsoft.com/office/powerpoint/2010/main" val="3128608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882</Words>
  <Application>Microsoft Office PowerPoint</Application>
  <PresentationFormat>Widescreen</PresentationFormat>
  <Paragraphs>70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Unit 2</vt:lpstr>
      <vt:lpstr>Networking Devices</vt:lpstr>
      <vt:lpstr>Types of network devices</vt:lpstr>
      <vt:lpstr>Hub</vt:lpstr>
      <vt:lpstr>Hub: Types</vt:lpstr>
      <vt:lpstr>Switch</vt:lpstr>
      <vt:lpstr>Router</vt:lpstr>
      <vt:lpstr>Router</vt:lpstr>
      <vt:lpstr>Bridge</vt:lpstr>
      <vt:lpstr>Repeater</vt:lpstr>
      <vt:lpstr>Access 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2</dc:title>
  <dc:creator>Magar Kompany</dc:creator>
  <cp:lastModifiedBy>Magar Kompany</cp:lastModifiedBy>
  <cp:revision>27</cp:revision>
  <dcterms:created xsi:type="dcterms:W3CDTF">2022-04-22T01:33:45Z</dcterms:created>
  <dcterms:modified xsi:type="dcterms:W3CDTF">2022-04-22T01:57:08Z</dcterms:modified>
</cp:coreProperties>
</file>